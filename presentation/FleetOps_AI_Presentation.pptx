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Attention Score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EQ-026</c:v>
                  </c:pt>
                  <c:pt idx="1">
                    <c:v>EQ-024</c:v>
                  </c:pt>
                  <c:pt idx="2">
                    <c:v>EQ-008</c:v>
                  </c:pt>
                  <c:pt idx="3">
                    <c:v>EQ-013</c:v>
                  </c:pt>
                  <c:pt idx="4">
                    <c:v>EQ-004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56.1</c:v>
                </c:pt>
                <c:pt idx="1">
                  <c:v>53.6</c:v>
                </c:pt>
                <c:pt idx="2">
                  <c:v>52.6</c:v>
                </c:pt>
                <c:pt idx="3">
                  <c:v>45.7</c:v>
                </c:pt>
                <c:pt idx="4">
                  <c:v>35.8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730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12700" cap="flat">
              <a:solidFill>
                <a:srgbClr val="E9EC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730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63D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23444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" name="Text 2"/>
          <p:cNvSpPr/>
          <p:nvPr/>
        </p:nvSpPr>
        <p:spPr>
          <a:xfrm>
            <a:off x="53949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540" dirty="0"/>
          </a:p>
        </p:txBody>
      </p:sp>
      <p:sp>
        <p:nvSpPr>
          <p:cNvPr id="5" name="Text 3"/>
          <p:cNvSpPr txBox="1"/>
          <p:nvPr/>
        </p:nvSpPr>
        <p:spPr>
          <a:xfrm>
            <a:off x="0" y="192024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FleetOps AI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0" y="288036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Operations Agent for Construction Equipment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175504" y="3703320"/>
            <a:ext cx="182880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0" y="3977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AI + Construction Machinery  →  AI + Operation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0" y="43434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C9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15th China International College Students' Innovation &amp; Entrepreneurship Competition</a:t>
            </a:r>
            <a:endParaRPr 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76F51"/>
                </a:solidFill>
              </a:defRPr>
            </a:pPr>
            <a:r>
              <a:t>Prepared by: FleetOps AI Team</a:t>
            </a:r>
          </a:p>
          <a:p>
            <a:pPr algn="ctr">
              <a:defRPr sz="1300">
                <a:solidFill>
                  <a:srgbClr val="CADCFC"/>
                </a:solidFill>
              </a:defRPr>
            </a:pPr>
            <a:r>
              <a:t>Raghad Altrisy (Project Leader)  •  Taif Alharbi (Core Member)  •  Jood Alwajeeh (Core Member)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managers still fight spreadsheets instead of managing equipment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8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459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&amp; slow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3911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manually cross-reference hours, downtime, and fuel logs to answer basic operational questions.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8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880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 found too late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27355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spikes and fuel waste are often discovered only after they've already cost money.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548640" cy="548640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114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natural access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50799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simple way to just ask “which equipment needs attention?” and get an instant, data-grounded answer.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FleetOps AI — AI Operations Agent for Construction Equipment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fleet a question in plain language — get an instant, actionable answer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9494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94560" y="1920240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1A3A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377440" y="19202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equipment has the highest downtime?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898648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E9EC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289864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EQ-024, EQ-013, and EQ-026 show 17-21% downtime — more than double the fleet average. Recommend priority inspection.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3877056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1A3A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77440" y="3877056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causing the fuel spike on EQ-008?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4855464"/>
            <a:ext cx="5120640" cy="777240"/>
          </a:xfrm>
          <a:prstGeom prst="roundRect">
            <a:avLst>
              <a:gd name="adj" fmla="val 11765"/>
            </a:avLst>
          </a:prstGeom>
          <a:solidFill>
            <a:srgbClr val="E9EC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4855464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use jumped 47% over the last 14 days vs. its own baseline — consistent with a leak or clogged filter.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get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09560" y="2240280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21214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natural-language answers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09560" y="2880360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83880" y="276148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priority flagging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09560" y="3520440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183880" y="34015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explanations, not just numbers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09560" y="4160520"/>
            <a:ext cx="109728" cy="109728"/>
          </a:xfrm>
          <a:prstGeom prst="ellipse">
            <a:avLst/>
          </a:prstGeom>
          <a:solidFill>
            <a:srgbClr val="E76F5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83880" y="40416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fleet performance reports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FleetOps AI — AI Operations Agent for Construction Equipment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five-stage pipeline from raw fleet data to an operational decision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27432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A3A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9077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Input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649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equipment logs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27432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80360" y="27432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A3A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80360" y="29077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33649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KPI calc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7432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074920" y="27432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E76F5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74920" y="29077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33649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tool calling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7432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269480" y="27432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A3A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69480" y="29077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33649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2743200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9464040" y="274320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A3A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64040" y="29077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555480" y="336499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actions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Library (AI Agent Functions)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029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get_top_downtime_equipment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97680" y="5029200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34840" y="5029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get_equipment_needing_attention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46720" y="5029200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83880" y="50292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explain_utilization_trend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5532120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55321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analyze_fuel_consumption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97680" y="5532120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34840" y="55321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generate_fleet_report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046720" y="5532120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83880" y="55321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compute_attention_scores (ML)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FleetOps AI — AI Operations Agent for Construction Equipment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Insights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against a realistic synthetic dataset with known embedded issues</a:t>
            </a:r>
            <a:endParaRPr lang="en-US" sz="1400" dirty="0"/>
          </a:p>
        </p:txBody>
      </p:sp>
      <p:pic>
        <p:nvPicPr>
          <p:cNvPr id="4" name="Image 0" descr="reports/chart_top_down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6675120" cy="3749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40664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21.2%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22219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downtime rate found (EQ-024) — more than double the fleet average.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363931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Fuel-consumption spike detected on EQ-008 vs. its own baseline.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4434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7406640" y="50566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flagged with statistically abnormal maintenance frequency.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FleetOps AI — AI Operations Agent for Construction Equipment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Score to Prioritize the Fleet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Score (0-100) combines downtime, fuel deviation, maintenance frequency, and ML anomaly detection (Isolation Forest)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7498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36676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366760" y="21945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doesn't need five separate charts — just one ranked list telling them exactly which unit to check first, and why.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FleetOps AI — AI Operations Agent for Construction Equipment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Project Status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&amp; Data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251460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Pandas, NumPy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(Function Calling)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60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(Isolation Forest)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Plotly, Matplotlib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Streamlit Community Cloud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10-Day Roadmap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16459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164592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1-2 — Setup &amp; data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0299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20299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KPI calculation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41401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241401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4-5 — AI agent + LLM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279806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279806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— Streamlit dashboard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31821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31821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— ML anomaly detection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35661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35661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— Testing &amp; refinement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395020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395020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 — Docs &amp; presentation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433425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0" y="433425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— Final review &amp; submission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FleetOps AI — AI Operations Agent for Construction Equipment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6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Smarter Operations Decisions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320040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FleetOps AI proves that a small team can build a working AI operations agent in 10 days — one that turns raw construction-fleet data into a decision a manager can act on today.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75504" y="4343400"/>
            <a:ext cx="182880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46634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2026-09-17T06:29:47Z</dcterms:created>
  <dcterms:modified xsi:type="dcterms:W3CDTF">2026-09-17T06:29:47Z</dcterms:modified>
</cp:coreProperties>
</file>