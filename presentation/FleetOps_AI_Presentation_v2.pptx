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FleetOps AI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guessing. Start knowing.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your construction fleet data into instant, actionable decisions.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FD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+ Construction Machinery → AI + Operation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D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Raghad Altrisy • Taif Alharbi • Jood Alwajeeh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Death by Spreadsheet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Managers manually cross-reference hours, downtime, and fuel. By the time they see the problem, costs thousands.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Reactive, Not Proactive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2560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Downtime spikes and fuel waste get noticed only AFTER they drain your budget. Prevention? Impossible.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Managers lose 12-18% of equipment productivity to blind spots. FleetOps AI makes those blind spots visible.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question. Instant answers. Real decisions.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English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equipment needs attention? No SQL. No hunting.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Instant Answers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analyzes your entire fleet in seconds. No waiting.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Why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EQ-024 down 21%. Here's why, and what to do TODAY.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Stop firefighting. Start managing. Productivity up. Downtime down. Budget saved.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logs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188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4612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calc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49240" y="1234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+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1188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Output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AI Functions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3246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Top Downtime Equipment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Equipment Needing Attention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Utilization Trends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Fuel Anomalies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Fleet Report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Results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30 units, 90 days, 5 projects. Real patterns. Real problems.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2560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21.2%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 Downtime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743200" cy="2560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Fuel Spike Found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74320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Flagged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Attention Score ranks every unit. What to check first. Why it matters. What to do now.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Attention Score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ranked list. Downtime + fuel + maintenance + ML anomalies = one decision per unit.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EQ-026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600200"/>
            <a:ext cx="2308403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320083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9659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downtime + fuel deviation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EQ-024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2377440"/>
            <a:ext cx="2205533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217213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53.6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743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fleet average downtime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EQ-008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20240" y="3154680"/>
            <a:ext cx="2164385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176065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52.6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5204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Fuel spike anomaly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EQ-013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3931920"/>
            <a:ext cx="1880464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3892144" y="3886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45.7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42976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underperformance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EQ-004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20240" y="4709160"/>
            <a:ext cx="1473098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484778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5074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 flags — monitor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1554480"/>
            <a:ext cx="2103120" cy="320040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21945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spreadsheet. No guessing. Just one priority: check EQ-026 first. You know exactly why.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 10 Days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Python, Pandas, NumPy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OpenAI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Scikit-learn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Plotly &amp; Matplotlib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Streamlit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GitHub &amp; Cloud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188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Days 1-2: Setup &amp;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Day 3: KPIs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Days 4-5: AI + LLM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Day 6: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Day 7: ML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Days 8-9: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 Day 10: Submit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Data to Smarter Decisions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AI operations agent. Built in 10 days.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Construction doesn't wait. Neither should your fleet management.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FleetOps AI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Raghad Altrisy • Taif Alharbi • Jood Alwajeeh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2026-09-22T15:08:16Z</dcterms:created>
  <dcterms:modified xsi:type="dcterms:W3CDTF">2026-09-22T15:08:16Z</dcterms:modified>
</cp:coreProperties>
</file>